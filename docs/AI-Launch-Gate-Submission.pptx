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96F"/>
          </a:solidFill>
          <a:ln w="12700">
            <a:solidFill>
              <a:srgbClr val="007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62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LAUNCH GATE  /  FIELD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2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DEMO  |  NO CUSTOMER DATA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2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2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1874520" cy="274320"/>
          </a:xfrm>
          <a:prstGeom prst="roundRect">
            <a:avLst>
              <a:gd name="adj" fmla="val 26667"/>
            </a:avLst>
          </a:prstGeom>
          <a:solidFill>
            <a:srgbClr val="D6E98B"/>
          </a:solidFill>
          <a:ln w="12700">
            <a:solidFill>
              <a:srgbClr val="D6E9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4805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+ APPS  /  SE PATTERN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Launch Gate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" y="17647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DE9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 release finding to a tested change, with a person approving every step.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" y="274320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944368"/>
            <a:ext cx="310896" cy="310896"/>
          </a:xfrm>
          <a:prstGeom prst="ellipse">
            <a:avLst/>
          </a:prstGeom>
          <a:solidFill>
            <a:srgbClr val="00796F"/>
          </a:solidFill>
          <a:ln w="12700">
            <a:solidFill>
              <a:srgbClr val="00796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95351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CANDIDATE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401568"/>
            <a:ext cx="2743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4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Git commit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4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Code, tests, eval evidence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79976" y="274320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00796F"/>
          </a:solidFill>
          <a:ln w="12700">
            <a:solidFill>
              <a:srgbClr val="00796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62856" y="2944368"/>
            <a:ext cx="310896" cy="310896"/>
          </a:xfrm>
          <a:prstGeom prst="ellipse">
            <a:avLst/>
          </a:prstGeom>
          <a:solidFill>
            <a:srgbClr val="D6E98B"/>
          </a:solidFill>
          <a:ln w="12700">
            <a:solidFill>
              <a:srgbClr val="D6E98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2856" y="295351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92624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APP REVIEW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81144" y="3401568"/>
            <a:ext cx="2743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read-only reviews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owner-approved fix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38160" y="274320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944368"/>
            <a:ext cx="310896" cy="310896"/>
          </a:xfrm>
          <a:prstGeom prst="ellipse">
            <a:avLst/>
          </a:prstGeom>
          <a:solidFill>
            <a:srgbClr val="00796F"/>
          </a:solidFill>
          <a:ln w="12700">
            <a:solidFill>
              <a:srgbClr val="00796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95351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50808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CHANGE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39328" y="3401568"/>
            <a:ext cx="2743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4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Isolated code change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4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Checks, re-review, PR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803904" y="3392424"/>
            <a:ext cx="429768" cy="0"/>
          </a:xfrm>
          <a:prstGeom prst="line">
            <a:avLst/>
          </a:prstGeom>
          <a:noFill/>
          <a:ln w="38100">
            <a:solidFill>
              <a:srgbClr val="EE705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62088" y="3392424"/>
            <a:ext cx="429768" cy="0"/>
          </a:xfrm>
          <a:prstGeom prst="line">
            <a:avLst/>
          </a:prstGeom>
          <a:noFill/>
          <a:ln w="38100">
            <a:solidFill>
              <a:srgbClr val="EE705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1792" y="4599432"/>
            <a:ext cx="10671048" cy="640080"/>
          </a:xfrm>
          <a:prstGeom prst="roundRect">
            <a:avLst>
              <a:gd name="adj" fmla="val 11429"/>
            </a:avLst>
          </a:prstGeom>
          <a:solidFill>
            <a:srgbClr val="1B403D"/>
          </a:solidFill>
          <a:ln w="12700">
            <a:solidFill>
              <a:srgbClr val="1B403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7731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6E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CHANGE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03120" y="4718304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risk  /  Approve a fix  /  Test and review  /  Decide on the PR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58064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5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automatic edits, merges, or release decisions.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03920" y="580644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D6E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own release decisions.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LAUNCH GATE  /  FIELD WORKFLOW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9808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5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DEMO  |  NO CUSTOMER DATA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795760" y="65105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5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0079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/  THE RELEASE ROOM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reviews. One owner-approved fix.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36245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B6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genuine Copilot App reviewer screen from the synthetic rehearsal.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93392"/>
            <a:ext cx="39776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AD5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677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9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READ-ONLY REVIEWS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41248" y="2697480"/>
            <a:ext cx="310896" cy="310896"/>
          </a:xfrm>
          <a:prstGeom prst="ellipse">
            <a:avLst/>
          </a:prstGeom>
          <a:solidFill>
            <a:srgbClr val="00796F"/>
          </a:solidFill>
          <a:ln w="12700">
            <a:solidFill>
              <a:srgbClr val="00796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70662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98448" y="273405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+ data flow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3154680"/>
            <a:ext cx="310896" cy="310896"/>
          </a:xfrm>
          <a:prstGeom prst="ellipse">
            <a:avLst/>
          </a:prstGeom>
          <a:solidFill>
            <a:srgbClr val="EE7053"/>
          </a:solidFill>
          <a:ln w="12700">
            <a:solidFill>
              <a:srgbClr val="EE705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16382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319125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+ responsible AI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3611880"/>
            <a:ext cx="310896" cy="310896"/>
          </a:xfrm>
          <a:prstGeom prst="ellipse">
            <a:avLst/>
          </a:prstGeom>
          <a:solidFill>
            <a:srgbClr val="00796F"/>
          </a:solidFill>
          <a:ln w="12700">
            <a:solidFill>
              <a:srgbClr val="00796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62102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98448" y="364845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Evaluations + operations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1248" y="4160520"/>
            <a:ext cx="3383280" cy="0"/>
          </a:xfrm>
          <a:prstGeom prst="line">
            <a:avLst/>
          </a:prstGeom>
          <a:noFill/>
          <a:ln w="12700">
            <a:solidFill>
              <a:srgbClr val="CAD5D0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841248" y="43708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9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HUMAN GETS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" y="468172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B6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Cited finding + impact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B6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still missing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B6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Smallest fix + human gate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993392"/>
            <a:ext cx="64922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AD5D0"/>
            </a:solidFill>
            <a:prstDash val="solid"/>
          </a:ln>
        </p:spPr>
      </p:sp>
      <p:pic>
        <p:nvPicPr>
          <p:cNvPr id="20" name="Image 0" descr="Genuine GitHub Copilot App architecture reviewer report from the synthetic rehearsa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64608" y="2103120"/>
            <a:ext cx="6272784" cy="325526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58368" y="5742432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approves scope  /  Isolated worktree  /  Checks  /  Human PR decision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21792" y="614476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Reviewers remain read-only; code changes begin only after explicit approval.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2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0079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MAKE IT REPEATABLE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Copy the path from risk to verified change.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36245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B6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Solution Engineer can show the pattern, then help a customer team adapt it to their repo and release checks.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9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ADOPTION PATH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404872"/>
            <a:ext cx="310896" cy="310896"/>
          </a:xfrm>
          <a:prstGeom prst="ellipse">
            <a:avLst/>
          </a:prstGeom>
          <a:solidFill>
            <a:srgbClr val="00796F"/>
          </a:solidFill>
          <a:ln w="12700">
            <a:solidFill>
              <a:srgbClr val="00796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1401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243230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repo + release owner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5528" y="2734056"/>
            <a:ext cx="0" cy="283464"/>
          </a:xfrm>
          <a:prstGeom prst="line">
            <a:avLst/>
          </a:prstGeom>
          <a:noFill/>
          <a:ln w="25400">
            <a:solidFill>
              <a:srgbClr val="CAD5D0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640080" y="3035808"/>
            <a:ext cx="310896" cy="310896"/>
          </a:xfrm>
          <a:prstGeom prst="ellipse">
            <a:avLst/>
          </a:prstGeom>
          <a:solidFill>
            <a:srgbClr val="00796F"/>
          </a:solidFill>
          <a:ln w="12700">
            <a:solidFill>
              <a:srgbClr val="00796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4495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306324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three scoped reviews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5528" y="3364992"/>
            <a:ext cx="0" cy="283464"/>
          </a:xfrm>
          <a:prstGeom prst="line">
            <a:avLst/>
          </a:prstGeom>
          <a:noFill/>
          <a:ln w="25400">
            <a:solidFill>
              <a:srgbClr val="CAD5D0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640080" y="3666744"/>
            <a:ext cx="310896" cy="310896"/>
          </a:xfrm>
          <a:prstGeom prst="ellipse">
            <a:avLst/>
          </a:prstGeom>
          <a:solidFill>
            <a:srgbClr val="00796F"/>
          </a:solidFill>
          <a:ln w="12700">
            <a:solidFill>
              <a:srgbClr val="00796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758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69417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one bounded fix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95528" y="3995928"/>
            <a:ext cx="0" cy="283464"/>
          </a:xfrm>
          <a:prstGeom prst="line">
            <a:avLst/>
          </a:prstGeom>
          <a:noFill/>
          <a:ln w="25400">
            <a:solidFill>
              <a:srgbClr val="CAD5D0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640080" y="4297680"/>
            <a:ext cx="310896" cy="310896"/>
          </a:xfrm>
          <a:prstGeom prst="ellipse">
            <a:avLst/>
          </a:prstGeom>
          <a:solidFill>
            <a:srgbClr val="EE7053"/>
          </a:solidFill>
          <a:ln w="12700">
            <a:solidFill>
              <a:srgbClr val="EE705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0682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432511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re-review, decide on PR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532120" y="1965960"/>
            <a:ext cx="5715000" cy="2999232"/>
          </a:xfrm>
          <a:prstGeom prst="roundRect">
            <a:avLst>
              <a:gd name="adj" fmla="val 2439"/>
            </a:avLst>
          </a:prstGeom>
          <a:solidFill>
            <a:srgbClr val="102B2A"/>
          </a:solidFill>
          <a:ln w="12700">
            <a:solidFill>
              <a:srgbClr val="102B2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22677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6E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TO MEASURE, NOT ASSUME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52160" y="2724912"/>
            <a:ext cx="310896" cy="310896"/>
          </a:xfrm>
          <a:prstGeom prst="ellipse">
            <a:avLst/>
          </a:prstGeom>
          <a:solidFill>
            <a:srgbClr val="00796F"/>
          </a:solidFill>
          <a:ln w="12700">
            <a:solidFill>
              <a:srgbClr val="00796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273405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276148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from finding to tested change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52160" y="3154680"/>
            <a:ext cx="310896" cy="310896"/>
          </a:xfrm>
          <a:prstGeom prst="ellipse">
            <a:avLst/>
          </a:prstGeom>
          <a:solidFill>
            <a:srgbClr val="EE7053"/>
          </a:solidFill>
          <a:ln w="12700">
            <a:solidFill>
              <a:srgbClr val="EE705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316382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319125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fixes that pass existing checks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52160" y="3584448"/>
            <a:ext cx="310896" cy="310896"/>
          </a:xfrm>
          <a:prstGeom prst="ellipse">
            <a:avLst/>
          </a:prstGeom>
          <a:solidFill>
            <a:srgbClr val="00796F"/>
          </a:solidFill>
          <a:ln w="12700">
            <a:solidFill>
              <a:srgbClr val="00796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359359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3621024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Regressions caught before PR review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52160" y="4014216"/>
            <a:ext cx="310896" cy="310896"/>
          </a:xfrm>
          <a:prstGeom prst="ellipse">
            <a:avLst/>
          </a:prstGeom>
          <a:solidFill>
            <a:srgbClr val="00796F"/>
          </a:solidFill>
          <a:ln w="12700">
            <a:solidFill>
              <a:srgbClr val="00796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402336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4050792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use without author assistance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852160" y="4572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5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pilot results collected yet.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3504" y="5321808"/>
            <a:ext cx="10643616" cy="667512"/>
          </a:xfrm>
          <a:prstGeom prst="roundRect">
            <a:avLst>
              <a:gd name="adj" fmla="val 10959"/>
            </a:avLst>
          </a:prstGeom>
          <a:solidFill>
            <a:srgbClr val="FBE6DE"/>
          </a:solidFill>
          <a:ln w="12700">
            <a:solidFill>
              <a:srgbClr val="FBE6D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5541264"/>
            <a:ext cx="1417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B48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COPILOT APP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322576" y="54772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context + /orchestrate + isolated worktrees + PR review connect the fix to the evidence.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1792" y="614476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proposed measures, not pilot results. People still approve PRs, merges, and releases.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2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GitHub Copilot App Enterprise Challenge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Launch Gate: Prototype to Production Readiness</dc:title>
  <dc:subject>Repeatable GitHub Copilot App enterprise workflow</dc:subject>
  <dc:creator>AI Launch Gate</dc:creator>
  <cp:lastModifiedBy>AI Launch Gate</cp:lastModifiedBy>
  <cp:revision>1</cp:revision>
  <dcterms:created xsi:type="dcterms:W3CDTF">2026-10-07T05:51:56Z</dcterms:created>
  <dcterms:modified xsi:type="dcterms:W3CDTF">2026-10-07T05:51:56Z</dcterms:modified>
</cp:coreProperties>
</file>